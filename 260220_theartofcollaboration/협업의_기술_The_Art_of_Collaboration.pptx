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생산성 향상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주니어</c:v>
                  </c:pt>
                  <c:pt idx="1">
                    <c:v>시니어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변화율(%)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완료 작업</c:v>
                  </c:pt>
                  <c:pt idx="1">
                    <c:v>PR 리뷰 시간</c:v>
                  </c:pt>
                  <c:pt idx="2">
                    <c:v>컨텍스트 전환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91</c:v>
                </c:pt>
                <c:pt idx="2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협업의 기술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시대, 프론트엔드 개발자가 알아야 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7E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현업의 협업 방식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"코드를 짜는 것과 제품을 만드는 것은 다릅니다.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개발자의 가치는 판단력과 협업에서 나옵니다."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7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문서: 협업의_기술_The_Art_of_Collaboration.md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'협업'인가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 프로젝트 성패를 가르는 핵심 변수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64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2494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실패 원인이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기술보다 팀워크/소통 문제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64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2494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 우수 조직의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우위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72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1,650만 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7581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소통으로 인한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연간 손실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172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37581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비생산적 회의 비율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팀의 모양이 바뀌고 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네이티브 조직은 작고 유동적이다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97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약 50명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20,000+ 기업 서비스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단위로 팀 구성·해체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508760"/>
            <a:ext cx="2697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22402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연구/엔지니어 구분 최소화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2~4명 소규모 문제 해결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프로토타이핑 중심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508760"/>
            <a:ext cx="2697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0" y="22402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엔지니어 직무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디자인+프론트엔드 통합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전달 중심 역할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8046720" cy="502920"/>
          </a:xfrm>
          <a:prstGeom prst="roundRect">
            <a:avLst>
              <a:gd name="adj" fmla="val 10909"/>
            </a:avLst>
          </a:prstGeom>
          <a:solidFill>
            <a:srgbClr val="EAF8F5"/>
          </a:solidFill>
          <a:ln w="12700">
            <a:solidFill>
              <a:srgbClr val="BEE9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5371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팀이 작아질수록 개인의 역할 범위는 넓어지고, 제품 전체를 보는 능력이 중요해진다.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주니어에게는 오히려 기회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도구는 주니어 생산성 향상 폭이 더 크다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46304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554480"/>
            <a:ext cx="32918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메시지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0" y="2240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"주니어를 뽑지 않겠다는 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어리석은 말이다."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Matt Garman (AWS CEO)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문서 내 인용 데이터를 바탕으로 단순화한 비교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동작하는 개발 방법론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공통점: 작은 범위, 명확한 오너, 빠른 반복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2697480" cy="457200"/>
          </a:xfrm>
          <a:prstGeom prst="rect">
            <a:avLst/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Shape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3317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고정(예: 6주)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범위는 유연하게 축소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백로그 최소화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4630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463040"/>
            <a:ext cx="2697480" cy="457200"/>
          </a:xfrm>
          <a:prstGeom prst="rect">
            <a:avLst/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Method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3317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모멘텀 중심 2주 리듬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바쁜 일에 No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 정보로 결정+전진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463040"/>
            <a:ext cx="2697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463040"/>
            <a:ext cx="2697480" cy="457200"/>
          </a:xfrm>
          <a:prstGeom prst="rect">
            <a:avLst/>
          </a:prstGeom>
          <a:solidFill>
            <a:srgbClr val="E9F5F4"/>
          </a:solidFill>
          <a:ln w="12700">
            <a:solidFill>
              <a:srgbClr val="E9F5F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Continuous Discovery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057400"/>
            <a:ext cx="23317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PM·디자이너·엔지니어 트리오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사용자 접점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채택률 개선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도구의 현실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속도는 빨라졌지만, 검증 비용과 리뷰 부담도 함께 증가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1645920"/>
          </a:xfrm>
          <a:prstGeom prst="rect">
            <a:avLst/>
          </a:prstGeom>
          <a:solidFill>
            <a:srgbClr val="EAF8F5"/>
          </a:solidFill>
          <a:ln w="12700">
            <a:solidFill>
              <a:srgbClr val="BEE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38528"/>
            <a:ext cx="3474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 사용 시 작업 완료 속도 최대 55% 향상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Cursor/v0로 프로토타이핑 속도 급증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주니어 생산성 향상 폭이 특히 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840480" cy="1645920"/>
          </a:xfrm>
          <a:prstGeom prst="rect">
            <a:avLst/>
          </a:prstGeom>
          <a:solidFill>
            <a:srgbClr val="FFF1F1"/>
          </a:solidFill>
          <a:ln w="12700">
            <a:solidFill>
              <a:srgbClr val="FFD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938528"/>
            <a:ext cx="3474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다용 팀의 PR 리뷰 시간 91% 증가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전환 47% 증가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결과물 신뢰 비율 33%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31520" y="3246120"/>
          <a:ext cx="76809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 vs 에이전틱 엔지니어링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'코드를 누가 쓰는가'가 아니라 '누가 책임지는가'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46304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3749040" cy="502920"/>
          </a:xfrm>
          <a:prstGeom prst="rect">
            <a:avLst/>
          </a:prstGeom>
          <a:solidFill>
            <a:srgbClr val="FFF1F1"/>
          </a:solidFill>
          <a:ln w="12700">
            <a:solidFill>
              <a:srgbClr val="FFF1F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463040"/>
            <a:ext cx="3749040" cy="502920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Coding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6276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Engineering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All 중심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설계/검증이 약함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속도는 빠르나 리스크 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오케스트레이션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아키텍처/품질 책임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리뷰·테스트·이해가 필수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속도보다 프로덕트 씽킹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 프론트엔드 핵심 역량 4가지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DFF5F2"/>
          </a:solidFill>
          <a:ln w="12700">
            <a:solidFill>
              <a:srgbClr val="DFF5F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1728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씽킹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데이터·API·렌더링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이해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DFF5F2"/>
          </a:solidFill>
          <a:ln w="12700">
            <a:solidFill>
              <a:srgbClr val="DFF5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728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감각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접근성, 반응형,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Web Vitals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DFF5F2"/>
          </a:solidFill>
          <a:ln w="12700">
            <a:solidFill>
              <a:srgbClr val="DFF5F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47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임팩트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기능의 가치와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판단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337560"/>
            <a:ext cx="457200" cy="457200"/>
          </a:xfrm>
          <a:prstGeom prst="ellipse">
            <a:avLst/>
          </a:prstGeom>
          <a:solidFill>
            <a:srgbClr val="DFF5F2"/>
          </a:solidFill>
          <a:ln w="12700">
            <a:solidFill>
              <a:srgbClr val="DFF5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447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역량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디자인↔개발,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프론트↔백엔드 연결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하이퍼포밍 팀의 협업 시스템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스택 + 비동기 우선 문화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438912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커뮤니케이션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Linear / GitHub Projects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 트래킹·프로젝트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스펙·회의록·위키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Figma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협업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버전관리·코드리뷰·CI/CD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46304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Async-First 원칙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32120" y="2103120"/>
            <a:ext cx="27432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보고는 글로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전 사전 문서 공유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시간은 의사결정에 집중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결정에 DRI 명시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팀을 위한 Git &amp; RFC 실전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PR, 빠른 리뷰, 문서 기반 의사결정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86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Flow 체크리스트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38328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브랜치 → PR → 리뷰 → main 머지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PR은 작게 유지 (작은 diff)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SLA: 24시간 이내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메시지는 '무엇+왜'를 명확히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794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737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RFC 한 장 템플릿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214884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제목: [기술 선택]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제안: 무엇을 채택할지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장점/단점: 트레이드오프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대안: 비교 후보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미해결 질문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결론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성과를 설득력 있게 발표하는 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Problem-Solution-Impact + SCQA + 5분 구조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2514600" cy="502920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09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제시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 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결과/임팩트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554480"/>
            <a:ext cx="2514600" cy="502920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09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SCQA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240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Situation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554480"/>
            <a:ext cx="2514600" cy="502920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09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발표 구조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240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Hook(30초)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결정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교훈/다음 단계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README를 '제품 소개서'로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면접관이 30초 안에 이해할 수 있는 구조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스크린샷/GIF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선택 이유(Why)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역할(구체 기능 단위)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트러블슈팅(문제→해결)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+ 다음 로드맵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EAF8F5"/>
          </a:solidFill>
          <a:ln w="12700">
            <a:solidFill>
              <a:srgbClr val="BEE9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포인트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2468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부트캠프 프로젝트를 개인 확장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배포 링크 + 테스트 계정 제공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내가 겪는 문제를 직접 해결한 사례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AI 생태계와 기회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역량 대비 상용화 갭이 큰 시장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6.3조 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3865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산업 매출 (2024)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01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23865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인력 부족률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013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1.4조 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23865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GPU 자원 투자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7680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6118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 글로벌 AI 지수 6위지만 상용화 18위권.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즉, 'AI를 유저 경험으로 연결하는 프론트엔드'가 가장 큰 기회 영역이다.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데이터 요약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면접/발표에서 바로 쓸 수 있는 숫자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7955280" cy="3246120"/>
        </p:xfrm>
        <a:graphic>
          <a:graphicData uri="http://schemas.openxmlformats.org/drawingml/2006/table">
            <a:tbl>
              <a:tblPr/>
              <a:tblGrid>
                <a:gridCol w="1828800"/>
                <a:gridCol w="6126480"/>
              </a:tblGrid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수치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 84% 사용/도입 계획, Copilot 사용자 2,000만+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작성 속도 향상 vs 리뷰 부담 증가(PR 리뷰 +91%)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소통 우수 조직 성과 3.5배, 실패 원인 86%가 소통/팀워크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시장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산업 6.3조 원, 인력 부족 7.4%, 근로자 ChatGPT 사용 84.5%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전 30일 실행 플랜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협업형 AI-네이티브 개발자로 포지셔닝하기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234440" cy="658368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유저 플로우 3개로 범위 축소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태스크에 오너 지정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286000"/>
            <a:ext cx="1234440" cy="658368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423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README를 제품 소개서 구조로 개편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 2개 문서화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08960"/>
            <a:ext cx="1234440" cy="658368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2461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연동 기능 1개 완성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 작은 단위로 운영)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931920"/>
            <a:ext cx="1234440" cy="658368"/>
          </a:xfrm>
          <a:prstGeom prst="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D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40690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발표 스크립트 완성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SCQA/PSI 프레임으로 리허설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프로젝트를 '과제'가 아니라 '제품'으로 바라보세요.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것은 AI의 일입니다.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것은 여러분의 일입니다.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Chapter 4 인용 요지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ESTsoft KDT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협업의 기술 (The Art of Collaboration)</dc:title>
  <dc:subject>협업의 기술</dc:subject>
  <dc:creator>Claude</dc:creator>
  <cp:lastModifiedBy>Claude</cp:lastModifiedBy>
  <cp:revision>1</cp:revision>
  <dcterms:created xsi:type="dcterms:W3CDTF">2026-02-26T04:43:39Z</dcterms:created>
  <dcterms:modified xsi:type="dcterms:W3CDTF">2026-02-26T04:43:39Z</dcterms:modified>
</cp:coreProperties>
</file>